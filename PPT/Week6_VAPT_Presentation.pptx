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Security &amp; Vulnerability Testing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FD7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VAPT Basics: SQL Injection, XSS and Automated Scanning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109728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880360"/>
            <a:ext cx="78638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6 Technical Lab Report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Diksha Uma Shankar Ra</a:t>
            </a:r>
            <a:r>
              <a:rPr lang="en-IN" alt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DG Cyber Security Internship  |  October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VAPT?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Vulnerability Assessment finds and lists weaknesses. Penetration Testing exploits them to prove real impact, so they can be fixed before an attacker finds them.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OWASP Top 10 categories studied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1920240" cy="20116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377440"/>
            <a:ext cx="192024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60604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Injection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29184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Untrusted input changes the SQL query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42032" y="2377440"/>
            <a:ext cx="1920240" cy="20116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42032" y="2377440"/>
            <a:ext cx="192024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79192" y="260604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XSS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679192" y="329184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Attacker script runs in a victim's browser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26864" y="2377440"/>
            <a:ext cx="1920240" cy="20116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26864" y="2377440"/>
            <a:ext cx="192024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64024" y="260604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Broken Authentication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764024" y="329184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Weak login or session handling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11696" y="2377440"/>
            <a:ext cx="1920240" cy="20116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11696" y="2377440"/>
            <a:ext cx="192024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48856" y="260604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Misconfiguration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48856" y="329184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Insecure defaults, missing headers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 &amp; Lab Setup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Attacker machine: Kali Linux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Target: DVWA (Damn Vulnerable Web Application), run locally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Burp Suite Community: intercept and inspect requests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OWASP ZAP: automated vulnerability scan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DVWA security level set to Low</a:t>
            </a:r>
            <a:endParaRPr lang="en-US" sz="1500" dirty="0"/>
          </a:p>
        </p:txBody>
      </p:sp>
      <p:pic>
        <p:nvPicPr>
          <p:cNvPr id="5" name="Image 0" descr="/home/claude/img/f-0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325880"/>
            <a:ext cx="4114800" cy="229513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0" y="1325880"/>
            <a:ext cx="4114800" cy="2295138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0" y="366673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Figure 3.2: DVWA Security level set to Low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Injection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Payload used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3474720" cy="384048"/>
          </a:xfrm>
          <a:prstGeom prst="rect">
            <a:avLst/>
          </a:prstGeom>
          <a:solidFill>
            <a:srgbClr val="1E293B"/>
          </a:solidFill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1' OR '1'='1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11680"/>
            <a:ext cx="347472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Entered in the User ID field of the DVWA SQL Injection module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Result: every row of the users table was returned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is joined directly into the SQL query without sanitisation</a:t>
            </a:r>
            <a:endParaRPr lang="en-US" sz="1400" dirty="0"/>
          </a:p>
        </p:txBody>
      </p:sp>
      <p:pic>
        <p:nvPicPr>
          <p:cNvPr id="7" name="Image 0" descr="/home/claude/img/f-00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188720"/>
            <a:ext cx="4480560" cy="216206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06240" y="1188720"/>
            <a:ext cx="4480560" cy="2162063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06240" y="3396503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Figure 4.4: All user records returned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Capturing the Request in Burp Suite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4" name="Image 0" descr="/home/claude/img/f-0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977640" cy="19442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88720"/>
            <a:ext cx="3977640" cy="19442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178696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Figure 4.3: Payload captured in Burp Proxy</a:t>
            </a:r>
            <a:endParaRPr lang="en-US" sz="1000" dirty="0"/>
          </a:p>
        </p:txBody>
      </p:sp>
      <p:pic>
        <p:nvPicPr>
          <p:cNvPr id="7" name="Image 1" descr="/home/claude/img/f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188720"/>
            <a:ext cx="3977640" cy="19463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709160" y="1188720"/>
            <a:ext cx="3977640" cy="1946328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709160" y="3180768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Figure 4.5: HTTP history, request and 200 OK response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361188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Burp Suite sat between the browser and DVWA, so the injected GET request and the server response could be inspected.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Cross-Site Scripting (XSS)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Reflected XSS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3931920" cy="384048"/>
          </a:xfrm>
          <a:prstGeom prst="rect">
            <a:avLst/>
          </a:prstGeom>
          <a:solidFill>
            <a:srgbClr val="1E293B"/>
          </a:solidFill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&lt;script&gt;alert('XSS')&lt;/script&gt;</a:t>
            </a:r>
            <a:endParaRPr lang="en-US" sz="1300" dirty="0"/>
          </a:p>
        </p:txBody>
      </p:sp>
      <p:pic>
        <p:nvPicPr>
          <p:cNvPr id="6" name="Image 0" descr="/home/claude/img/f-0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20240"/>
            <a:ext cx="3931920" cy="190141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920240"/>
            <a:ext cx="3931920" cy="1901418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386737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Figure 5.2: Alert confirms execution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105156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Stored XSS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754880" y="1371600"/>
            <a:ext cx="3931920" cy="384048"/>
          </a:xfrm>
          <a:prstGeom prst="rect">
            <a:avLst/>
          </a:prstGeom>
          <a:solidFill>
            <a:srgbClr val="1E293B"/>
          </a:solidFill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&lt;script&gt;alert('Stored XSS')&lt;/script&gt;</a:t>
            </a:r>
            <a:endParaRPr lang="en-US" sz="1300" dirty="0"/>
          </a:p>
        </p:txBody>
      </p:sp>
      <p:pic>
        <p:nvPicPr>
          <p:cNvPr id="11" name="Image 1" descr="/home/claude/img/f-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920240"/>
            <a:ext cx="3931920" cy="190141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754880" y="1920240"/>
            <a:ext cx="3931920" cy="1901418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754880" y="386737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Figure 5.3: Alert fired from the guestbook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Stored XSS fired again on page refresh, proving the script is saved in the database.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Scan with OWASP ZAP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4" name="Image 0" descr="/home/claude/img/f-0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846320" cy="23055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88720"/>
            <a:ext cx="4846320" cy="230550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53994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Figure 6.1: Active scan in progress</a:t>
            </a:r>
            <a:endParaRPr lang="en-US" sz="1000" dirty="0"/>
          </a:p>
        </p:txBody>
      </p:sp>
      <p:pic>
        <p:nvPicPr>
          <p:cNvPr id="7" name="Image 1" descr="/home/claude/img/f-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188720"/>
            <a:ext cx="3108960" cy="247889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577840" y="1188720"/>
            <a:ext cx="3108960" cy="247889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577840" y="371333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Figure 6.4: Alerts by risk and confidence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388620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distinct alerts (10 instances) found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Medium, 5 Low, 3 Informational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Examples: Missing Anti-Clickjacking Header, CSP Header Not Set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Findings &amp; Risk Levels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737360"/>
                <a:gridCol w="292608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Vulnerability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Risk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Tool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Impact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SQL Injection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91C1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DVWA + Burp Suite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Full user table dumped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Stored XSS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91C1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DVWA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Script runs for every visitor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Reflected XSS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DVWA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Script runs from crafted input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Missing Anti-Clickjacking Header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OWASP ZAP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Page can be framed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CSP Header Not Set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OWASP ZAP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browser-level XSS defence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Cookie without SameSite / info leak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OWASP ZAP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Minor disclosure, CSRF exposure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Prevention &amp; Mitigation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822960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Injection: parameterised queries, input validation, least-privilege DB accounts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XSS: encode all output, validate input on the server, set a Content-Security-Policy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Clickjacking: X-Frame-Options (SAMEORIGIN) or CSP frame-ancestors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CSP: define and enforce allowed script, style and frame sources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General: keep training or debug settings out of production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822960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up a safe lab with DVWA, Burp Suite and OWASP ZAP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Exploited SQL Injection, Reflected XSS and Stored XSS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testing and automated scanning complement each other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validation, output encoding and secure headers are key defences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2913</Words>
  <Application>WPS Presentation</Application>
  <PresentationFormat>On-screen Show (16:9)</PresentationFormat>
  <Paragraphs>161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6 - Web Security &amp; Vulnerability Testing (VAPT Basics)</dc:title>
  <dc:creator>PptxGenJS</dc:creator>
  <dc:subject>PptxGenJS Presentation</dc:subject>
  <cp:lastModifiedBy>Diksha</cp:lastModifiedBy>
  <cp:revision>2</cp:revision>
  <dcterms:created xsi:type="dcterms:W3CDTF">2026-10-14T15:51:00Z</dcterms:created>
  <dcterms:modified xsi:type="dcterms:W3CDTF">2026-10-14T15:58:20Z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0468D735DED0480783FE8F974D1F37D6_13</vt:lpwstr>
  </property>
  <property fmtid="{D5CDD505-2E9C-101B-9397-08002B2CF9AE}" pid="3" name="KSOProductBuildVer">
    <vt:lpwstr>1033-12.1.0.29162</vt:lpwstr>
  </property>
</Properties>
</file>